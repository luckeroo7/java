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2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34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B2A3B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365760"/>
            <a:ext cx="1463040" cy="1463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34747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347472" y="1325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Framework нового поколения для Java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47472" y="2029968"/>
            <a:ext cx="5943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" y="21488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Вдохновлён JUnit и NUnit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Расширяет возможности: аннотации, группы, параллелизм, </a:t>
            </a:r>
            <a:r>
              <a:rPr lang="en-US" sz="1400" dirty="0" err="1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DataProvider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TestNG?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(Test Next Generation) — фреймворк для тестирования Java-приложений, вдохновлённый JUnit и NUnit, но с расширенным функционалом.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Покрывает unit, functional, end-to-end и integration тесты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требует наследования от базового класса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Поддерживает запуск через CLI, Maven, Gradle, Ant, Eclipse, IntelliJ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поддержка BeanShell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внешних зависимостей (использует стандартные JDK функции)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005840"/>
            <a:ext cx="1737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704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4924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Аннотации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4924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XML-конфига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78040" y="1005840"/>
            <a:ext cx="1737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17043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22376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тестов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303520" y="2880360"/>
            <a:ext cx="1737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04495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Параллелизм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34924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Многопоточное выполнение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178040" y="2880360"/>
            <a:ext cx="1737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04495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DataProvider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22376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Параметризованные тесты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Аннотации TestNG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Конфигурационные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89888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26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@BeforeSuite / @AfterSuite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До/после всего набора тестов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048256"/>
            <a:ext cx="393192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@BeforeTest / @AfterTest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3408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До/после тега &lt;test&gt; в XML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706624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@BeforeClass / @AfterClass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999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До/после класса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364992"/>
            <a:ext cx="393192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01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@BeforeMethod / @AfterMethod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657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До/после каждого метода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4023360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059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@BeforeGroups / @AfterGroups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До/после группы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298448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1389888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426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1682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Помечает метод/класс как тест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28032" y="2048256"/>
            <a:ext cx="393192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@DataProvider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23408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данных Object[][]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2706624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@Factory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2999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Фабрика тест-объектов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28032" y="3364992"/>
            <a:ext cx="393192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401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@Parameters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3657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параметров из XML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28032" y="4023360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4059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@Listeners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слушателей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Атрибуты аннотации @Test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8755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98755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Принадлежность к группам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07592"/>
            <a:ext cx="411480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350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dependsOnMethods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33502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других методов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55064"/>
            <a:ext cx="41148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8249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dependsOnGroups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68249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групп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411480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2996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dataProvider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02996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провайдера данных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50008"/>
            <a:ext cx="41148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774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37744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Включить/отключить тест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411480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2491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7249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выполнения (меньше = первее)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1148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98755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98755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Максимальное время выполнения (мс)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307592"/>
            <a:ext cx="411480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13350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invocationCount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133502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раз вызвать метод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655064"/>
            <a:ext cx="41148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168249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threadPoolSize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168249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пула потоков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002536"/>
            <a:ext cx="411480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02996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expectedExceptions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202996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Ожидаемые исключения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350008"/>
            <a:ext cx="41148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23774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alwaysRun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237744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Запускать даже при сбое зависимостей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2697480"/>
            <a:ext cx="411480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272491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successPercentage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27249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 допустимых успехов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DataProvider и параметризация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@DataProvider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74320" y="1554480"/>
            <a:ext cx="4572000" cy="3108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627632"/>
            <a:ext cx="4389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@DataProvider(name = "loginData")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Object[][] provideData()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Object[][]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{"admin", "pass123"},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{"user",  "qwerty"},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@Test(dataProvider = "loginData")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testLogin(String user, String pass)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Тест запустится для каждой строки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66360" y="1554480"/>
            <a:ext cx="3703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65506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87568" y="16276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возвращает Object[][] — массив наборов аргументов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166360" y="2331720"/>
            <a:ext cx="3703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43230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87568" y="24048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строка = один запуск теста с данными из этой строки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166360" y="3108960"/>
            <a:ext cx="3703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3209544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87568" y="31821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true — строки выполняются параллельно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166360" y="3886200"/>
            <a:ext cx="3703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3986784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87568" y="39593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могут браться из XML-файла через @Parameters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тестов (Test Groups)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875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может принадлежать одной или нескольким группам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4114800" cy="17373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5087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@Test(groups = {"fast", "smoke"})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quickTest() { ...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@Test(groups = {"slow", "regression"})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fullTest() { ... 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26280" y="1417320"/>
            <a:ext cx="2148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417320"/>
            <a:ext cx="10972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690872" y="1472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групп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90872" y="1764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Мета-группы объединяют несколько групп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1417320"/>
            <a:ext cx="2148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12280" y="1417320"/>
            <a:ext cx="10972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6976872" y="1472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Исключение групп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76872" y="1764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exclude= в testng.xml убирает группу из запуска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26280" y="2331720"/>
            <a:ext cx="2148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26280" y="2331720"/>
            <a:ext cx="10972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4690872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Частичные группы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90872" y="2679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include= на уровне класса и метода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12280" y="2331720"/>
            <a:ext cx="2148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12280" y="2331720"/>
            <a:ext cx="10972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6976872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dependsOnGroups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76872" y="2679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тестов от других групп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3291840"/>
            <a:ext cx="8595360" cy="1600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3364992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testng.xml: выбор групп для запуска --&gt;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&lt;groups&gt;&lt;run&gt;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&lt;exclude name="brokenTests"/&gt;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&lt;include name="smoke"/&gt;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&lt;/run&gt;&lt;/groups&gt;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Параллельное выполнение тестов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Многопоточность — ключевое преимущество TestNG перед JUnit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5087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508760"/>
            <a:ext cx="10972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15636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parallel="methods"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тест-метод — в отдельном потоке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5087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508760"/>
            <a:ext cx="10972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4873752" y="15636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parallel="classes"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73752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класс — в отдельном потоке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24231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423160"/>
            <a:ext cx="10972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" y="2478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parallel="tests"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8912" y="2816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&lt;test&gt; из XML — в отдельном потоке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24231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423160"/>
            <a:ext cx="109728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7"/>
          <p:cNvSpPr/>
          <p:nvPr/>
        </p:nvSpPr>
        <p:spPr>
          <a:xfrm>
            <a:off x="4873752" y="2478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parallel="instances"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73752" y="2816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экземпляр класса — в отдельном потоке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3429000"/>
            <a:ext cx="8595360" cy="1463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02152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&lt;suite name="Suite" parallel="methods" thread-count="5"&gt;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&lt;test name="MyTests"&gt;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&lt;classes&gt;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&lt;class name="com.example.MyTest"/&gt;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&lt;/classes&gt;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&lt;/test&gt;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&lt;/suite&gt;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и перезапуск тестов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1480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96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между тестами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07592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99032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serverStart() { ...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@Test(dependsOnMethods = {"serverStart"})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testLogin() { ...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Если serverStart упадёт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testLogin будет пропущен (SKIP)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87552"/>
            <a:ext cx="347472" cy="347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0" y="896112"/>
            <a:ext cx="3840480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896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 упавших тестов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0" y="1307592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1399032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автоматически создаёт testng-failed.xml после неудачного прогона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файл содержит только упавшие тесты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запустить его напрямую для повтора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CI/CD (Maven, Gradle) позволяет автоматизировать повтор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393192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00507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dependsOnMethods: если зависимый тест SKIP или FAIL — зависимый тест тоже пропускается, если не указан alwaysRun=true.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 и интеграция с инструментами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1480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961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Listeners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7160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ITestListener — события тестов (pass/fail/skip)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ISuiteListener — события сьюта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IInvokedMethodListener — до/после каждого метода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IAnnotationTransformer — изменение аннотаций во время выполнения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IMethodInterceptor — управление порядком методов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896112"/>
            <a:ext cx="4206240" cy="38404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896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2062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91440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307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527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surefire-plugin: встроенная поддержка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810512"/>
            <a:ext cx="4206240" cy="47548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810512"/>
            <a:ext cx="91440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8379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0574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useTestNG() в блоке 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340864"/>
            <a:ext cx="42062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340864"/>
            <a:ext cx="91440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3682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5877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из коробки, запуск по правой кнопке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71216"/>
            <a:ext cx="4206240" cy="475488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71216"/>
            <a:ext cx="91440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118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Eclipse Plugin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401568"/>
            <a:ext cx="42062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401568"/>
            <a:ext cx="91440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429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6484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XML-отчётов через плагин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и результаты тестов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прошёл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Упал (assert/exception)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2648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Пропущен (зависимость)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411480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20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Виды отчётов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411480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395728"/>
            <a:ext cx="39319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HTML-отчёт (test-output/index.html) — встроенный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XML-отчёт — совместим с JUnit, для CI/CD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ReportNG — сторонний расширенный HTML-отчёт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API — собственный вывод в отчёт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4206240" cy="38404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920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(Assert)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304288"/>
            <a:ext cx="4206240" cy="26060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395728"/>
            <a:ext cx="40233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Assert.assertEquals(actual, expected)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Assert.assertTrue(condition)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Assert.assertNotNull(obj)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Assert.assertThrows(ExType.class, () -&gt; ...)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5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SoftAssert — все ошибки накапливаются, затем assertAll()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vs JUnit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200400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11880" y="914400"/>
            <a:ext cx="2651760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960120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914400"/>
            <a:ext cx="2651760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960120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380744"/>
            <a:ext cx="320040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26464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тестов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1380744"/>
            <a:ext cx="265176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426464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Нативно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380744"/>
            <a:ext cx="2651760" cy="4297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426464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Теги (ограниченно)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847088"/>
            <a:ext cx="32004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92808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DataProvider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1847088"/>
            <a:ext cx="265176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892808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@DataProvider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847088"/>
            <a:ext cx="2651760" cy="42976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892808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@ParameterizedTest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313432"/>
            <a:ext cx="320040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359152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Параллелизм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11880" y="2313432"/>
            <a:ext cx="265176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35915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Встроен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313432"/>
            <a:ext cx="2651760" cy="4297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35915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Через расширения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779776"/>
            <a:ext cx="32004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825496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тестов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11880" y="2779776"/>
            <a:ext cx="265176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2825496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dependsOnMethods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2779776"/>
            <a:ext cx="2651760" cy="42976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825496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 поддерживается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246120"/>
            <a:ext cx="320040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291840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(повтор упавших)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11880" y="3246120"/>
            <a:ext cx="265176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3291840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Нативно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3246120"/>
            <a:ext cx="2651760" cy="4297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291840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Через расширения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3712464"/>
            <a:ext cx="32004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758184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 через XML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11880" y="3712464"/>
            <a:ext cx="265176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3758184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testng.xml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55080" y="3712464"/>
            <a:ext cx="2651760" cy="42976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758184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Нет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" y="4178808"/>
            <a:ext cx="3200400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224528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Фабрики тестов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11880" y="4178808"/>
            <a:ext cx="265176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03320" y="4224528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@Factory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55080" y="4178808"/>
            <a:ext cx="2651760" cy="4297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4224528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Нет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4645152"/>
            <a:ext cx="32004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690872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Миграция с JUnit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611880" y="4645152"/>
            <a:ext cx="265176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03320" y="469087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Поддерживается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355080" y="4645152"/>
            <a:ext cx="2651760" cy="42976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469087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B2A3B"/>
          </a:solidFill>
          <a:ln w="254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57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8404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47472" y="1188720"/>
            <a:ext cx="50292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1298448"/>
            <a:ext cx="6858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Мощный фреймворк для всех уровней тестирования Java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аннотации заменяют громоздкую конфигурацию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DataProvider — параметризованные тесты из коробки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параллелизм ускоряет выполнение тестов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и группы дают точный контроль над запуском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Интегрируется с Maven, Gradle, IntelliJ, Jenkins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963</Words>
  <Application>Microsoft Office PowerPoint</Application>
  <PresentationFormat>Экран (16:9)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TestNG — Testing Framework for Java</dc:title>
  <dc:subject>PptxGenJS Presentation</dc:subject>
  <dc:creator>PptxGenJS</dc:creator>
  <cp:lastModifiedBy>Evgenia Chekunova</cp:lastModifiedBy>
  <cp:revision>2</cp:revision>
  <dcterms:created xsi:type="dcterms:W3CDTF">2026-05-21T21:10:21Z</dcterms:created>
  <dcterms:modified xsi:type="dcterms:W3CDTF">2026-05-24T15:49:32Z</dcterms:modified>
</cp:coreProperties>
</file>